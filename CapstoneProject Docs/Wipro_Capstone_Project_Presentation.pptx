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Wipro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Selenium PyTest and Behave BDD Automation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Automation of Ixigo Trip Planner web application</a:t>
            </a:r>
          </a:p>
          <a:p>
            <a:pPr/>
            <a:r>
              <a:t>Developed using Selenium WebDriver with Python</a:t>
            </a:r>
          </a:p>
          <a:p>
            <a:pPr/>
            <a:r>
              <a:t>Implemented PyTest and Behave BDD frameworks</a:t>
            </a:r>
          </a:p>
          <a:p>
            <a:pPr/>
            <a:r>
              <a:t>Integrated Allure Reports, Logging and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</a:t>
            </a:r>
          </a:p>
          <a:p>
            <a:pPr/>
            <a:r>
              <a:t>Selenium WebDriver</a:t>
            </a:r>
          </a:p>
          <a:p>
            <a:pPr/>
            <a:r>
              <a:t>PyTest</a:t>
            </a:r>
          </a:p>
          <a:p>
            <a:pPr/>
            <a:r>
              <a:t>Behave BDD</a:t>
            </a:r>
          </a:p>
          <a:p>
            <a:pPr/>
            <a:r>
              <a:t>Allure Reports</a:t>
            </a:r>
          </a:p>
          <a:p>
            <a:pPr/>
            <a:r>
              <a:t>OpenPyXL</a:t>
            </a:r>
          </a:p>
          <a:p>
            <a:pPr/>
            <a:r>
              <a:t>Page Object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PyTest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End-to-End Testing</a:t>
            </a:r>
          </a:p>
          <a:p>
            <a:pPr/>
            <a:r>
              <a:t>Positive Testing</a:t>
            </a:r>
          </a:p>
          <a:p>
            <a:pPr/>
            <a:r>
              <a:t>Negative Testing</a:t>
            </a:r>
          </a:p>
          <a:p>
            <a:pPr/>
            <a:r>
              <a:t>Data-Driven Testing</a:t>
            </a:r>
          </a:p>
          <a:p>
            <a:pPr/>
            <a:r>
              <a:t>Allure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BDD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 Files</a:t>
            </a:r>
          </a:p>
          <a:p>
            <a:pPr/>
            <a:r>
              <a:t>Step Definition Files</a:t>
            </a:r>
          </a:p>
          <a:p>
            <a:pPr/>
            <a:r>
              <a:t>Given-When-Then Structure</a:t>
            </a:r>
          </a:p>
          <a:p>
            <a:pPr/>
            <a:r>
              <a:t>Reusable Automation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config</a:t>
            </a:r>
          </a:p>
          <a:p>
            <a:pPr/>
            <a:r>
              <a:t>pages</a:t>
            </a:r>
          </a:p>
          <a:p>
            <a:pPr/>
            <a:r>
              <a:t>tests / features</a:t>
            </a:r>
          </a:p>
          <a:p>
            <a:pPr/>
            <a:r>
              <a:t>utils</a:t>
            </a:r>
          </a:p>
          <a:p>
            <a:pPr/>
            <a:r>
              <a:t>reports</a:t>
            </a:r>
          </a:p>
          <a:p>
            <a:pPr/>
            <a:r>
              <a:t>screenshots</a:t>
            </a:r>
          </a:p>
          <a:p>
            <a:pPr/>
            <a:r>
              <a:t>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Complete Trip Planner Workflow</a:t>
            </a:r>
          </a:p>
          <a:p>
            <a:pPr/>
            <a:r>
              <a:t>Plan Page Navigation</a:t>
            </a:r>
          </a:p>
          <a:p>
            <a:pPr/>
            <a:r>
              <a:t>Travel Month Selection</a:t>
            </a:r>
          </a:p>
          <a:p>
            <a:pPr/>
            <a:r>
              <a:t>Filter Selection Validation</a:t>
            </a:r>
          </a:p>
          <a:p>
            <a:pPr/>
            <a:r>
              <a:t>Tourist Location Validation</a:t>
            </a:r>
          </a:p>
          <a:p>
            <a:pPr/>
            <a:r>
              <a:t>Invalid Location Validation</a:t>
            </a:r>
          </a:p>
          <a:p>
            <a:pPr/>
            <a:r>
              <a:t>Book Now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Allure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Execution Summary</a:t>
            </a:r>
          </a:p>
          <a:p>
            <a:pPr/>
            <a:r>
              <a:t>Step-by-step execution flow</a:t>
            </a:r>
          </a:p>
          <a:p>
            <a:pPr/>
            <a:r>
              <a:t>Screenshot attachments</a:t>
            </a:r>
          </a:p>
          <a:p>
            <a:pPr/>
            <a:r>
              <a:t>Failure debugging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Page Object Model</a:t>
            </a:r>
          </a:p>
          <a:p>
            <a:pPr/>
            <a:r>
              <a:t>Reusable Framework</a:t>
            </a:r>
          </a:p>
          <a:p>
            <a:pPr/>
            <a:r>
              <a:t>Professional Logging</a:t>
            </a:r>
          </a:p>
          <a:p>
            <a:pPr/>
            <a:r>
              <a:t>Screenshot Capture</a:t>
            </a:r>
          </a:p>
          <a:p>
            <a:pPr/>
            <a:r>
              <a:t>Excel Data-Driven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Tests Executed: 7</a:t>
            </a:r>
          </a:p>
          <a:p>
            <a:pPr/>
            <a:r>
              <a:t>Tests Passed: 7</a:t>
            </a:r>
          </a:p>
          <a:p>
            <a:pPr/>
            <a:r>
              <a:t>Tests Failed: 0</a:t>
            </a:r>
          </a:p>
          <a:p>
            <a:pPr/>
            <a:r>
              <a:t>Automation Accuracy: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Successfully automated Ixigo Trip Planner workflows</a:t>
            </a:r>
          </a:p>
          <a:p>
            <a:pPr/>
            <a:r>
              <a:t>Implemented professional automation frameworks</a:t>
            </a:r>
          </a:p>
          <a:p>
            <a:pPr/>
            <a:r>
              <a:t>Improved maintainability and scalability</a:t>
            </a:r>
          </a:p>
          <a:p>
            <a:pPr/>
            <a:r>
              <a:t>Demonstrated PyTest and BDD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